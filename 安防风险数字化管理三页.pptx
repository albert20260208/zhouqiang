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739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01 /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1094415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5720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E8F0"/>
                </a:solidFill>
                <a:latin typeface="Microsoft YaHei"/>
              </a:defRPr>
            </a:pPr>
            <a:r>
              <a:t>风险识别与预防能力提升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60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Risk Identification &amp; Prevention · Security Management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474720" cy="4526280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474720" cy="457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Microsoft YaHei"/>
              </a:defRPr>
            </a:pPr>
            <a:r>
              <a:t>85%+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Microsoft YaHei"/>
              </a:defRPr>
            </a:pPr>
            <a:r>
              <a:t>风险识别率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86200"/>
            <a:ext cx="10972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依托安防管理平台与移动管理平台，实现风险识别能力全面提升，从事后追溯转向事前预防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691640"/>
            <a:ext cx="7132320" cy="2148840"/>
          </a:xfrm>
          <a:prstGeom prst="roundRect">
            <a:avLst/>
          </a:prstGeom>
          <a:solidFill>
            <a:srgbClr val="0F141E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60" y="187452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8928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安防管理平台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31720"/>
            <a:ext cx="6400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  ▸  集成视频监控、门禁、报警等多子系统统一管控</a:t>
            </a:r>
            <a:br/>
            <a:r>
              <a:t>  ▸  实时捕捉异常行为并自动触发预警流程</a:t>
            </a:r>
            <a:br/>
            <a:r>
              <a:t>  ▸  基于历史数据建立风险预测模型</a:t>
            </a:r>
            <a:br/>
            <a:r>
              <a:t>  ▸  7×24 全天候智能监测无死角覆盖</a:t>
            </a:r>
            <a:br/>
            <a:r>
              <a:t>  ▸  事件处置全流程线上闭环追踪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69080"/>
            <a:ext cx="7132320" cy="2148840"/>
          </a:xfrm>
          <a:prstGeom prst="roundRect">
            <a:avLst/>
          </a:prstGeom>
          <a:solidFill>
            <a:srgbClr val="0F141E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80560" y="425196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2702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移动管理平台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09160"/>
            <a:ext cx="6400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  ▸  移动端实时接收预警推送与处置指令</a:t>
            </a:r>
            <a:br/>
            <a:r>
              <a:t>  ▸  现场人员快速上报安全隐患与处置结果</a:t>
            </a:r>
            <a:br/>
            <a:r>
              <a:t>  ▸  GPS定位联动就近调度响应资源</a:t>
            </a:r>
            <a:br/>
            <a:r>
              <a:t>  ▸  离线模式保障无网络环境数据采集</a:t>
            </a:r>
            <a:br/>
            <a:r>
              <a:t>  ▸  管理驾驶舱随身查看全局态势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11094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安防管理平台  ·  移动管理平台  ·  金库数字化管理  ·  AI智能辅助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739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02 /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1094415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57200"/>
            <a:ext cx="54864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E8F0"/>
                </a:solidFill>
                <a:latin typeface="Microsoft YaHei"/>
              </a:defRPr>
            </a:pPr>
            <a:r>
              <a:t>金库日常数字化管理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60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Vault Digital Management · Approval Efficiency · Operational Excellence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474720" cy="4526280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474720" cy="457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8C00"/>
                </a:solidFill>
                <a:latin typeface="Microsoft YaHei"/>
              </a:defRPr>
            </a:pPr>
            <a:r>
              <a:t>-70%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Microsoft YaHei"/>
              </a:defRPr>
            </a:pPr>
            <a:r>
              <a:t>审批时长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86200"/>
            <a:ext cx="109728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率先建设金库日常数字化管理，大幅降低人员出入等审批时长，提高进出运营效能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691640"/>
            <a:ext cx="7132320" cy="2148840"/>
          </a:xfrm>
          <a:prstGeom prst="roundRect">
            <a:avLst/>
          </a:prstGeom>
          <a:solidFill>
            <a:srgbClr val="0F141E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60" y="1874520"/>
            <a:ext cx="320040" cy="3200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8928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出入审批流程再造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31720"/>
            <a:ext cx="6400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  ▸  线上化审批替代纸质流程，消除人工传递环节</a:t>
            </a:r>
            <a:br/>
            <a:r>
              <a:t>  ▸  智能排班系统自动校验人员权限与时间窗口</a:t>
            </a:r>
            <a:br/>
            <a:r>
              <a:t>  ▸  多级审批并行流转替代串行签批</a:t>
            </a:r>
            <a:br/>
            <a:r>
              <a:t>  ▸  审批进度实时可视，超时自动催办升级</a:t>
            </a:r>
            <a:br/>
            <a:r>
              <a:t>  ▸  审批记录数字化存档，全程可追溯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69080"/>
            <a:ext cx="7132320" cy="2148840"/>
          </a:xfrm>
          <a:prstGeom prst="roundRect">
            <a:avLst/>
          </a:prstGeom>
          <a:solidFill>
            <a:srgbClr val="0F141E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80560" y="4251960"/>
            <a:ext cx="320040" cy="3200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2702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运营效能提升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09160"/>
            <a:ext cx="6400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  ▸  人脸识别+动态密码双重验证替代人工核对</a:t>
            </a:r>
            <a:br/>
            <a:r>
              <a:t>  ▸  出入记录自动关联工单与任务计划</a:t>
            </a:r>
            <a:br/>
            <a:r>
              <a:t>  ▸  异常出入实时告警联动安防系统</a:t>
            </a:r>
            <a:br/>
            <a:r>
              <a:t>  ▸  数据看板量化运营指标持续优化</a:t>
            </a:r>
            <a:br/>
            <a:r>
              <a:t>  ▸  金库容量智能调度提升空间利用率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11094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安防管理平台  ·  移动管理平台  ·  金库数字化管理  ·  AI智能辅助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739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03 /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1094415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57200"/>
            <a:ext cx="54864" cy="777240"/>
          </a:xfrm>
          <a:prstGeom prst="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E8F0"/>
                </a:solidFill>
                <a:latin typeface="Microsoft YaHei"/>
              </a:defRPr>
            </a:pPr>
            <a:r>
              <a:t>高风险预警要点与日常检查管理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601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Human + Machine · Risk Warning · Standardized Inspection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474720" cy="4526280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474720" cy="45720"/>
          </a:xfrm>
          <a:prstGeom prst="round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CF8E"/>
                </a:solidFill>
                <a:latin typeface="Microsoft YaHei"/>
              </a:defRPr>
            </a:pPr>
            <a:r>
              <a:t>机看+人看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Microsoft YaHei"/>
              </a:defRPr>
            </a:pPr>
            <a:r>
              <a:t>双模融合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86200"/>
            <a:ext cx="1097280" cy="25400"/>
          </a:xfrm>
          <a:prstGeom prst="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通过"机看+人看"方式，先期梳理高风险预警要点，固化日常检查管理手势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691640"/>
            <a:ext cx="7132320" cy="2148840"/>
          </a:xfrm>
          <a:prstGeom prst="roundRect">
            <a:avLst/>
          </a:prstGeom>
          <a:solidFill>
            <a:srgbClr val="0F141E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60" y="1874520"/>
            <a:ext cx="320040" cy="320040"/>
          </a:xfrm>
          <a:prstGeom prst="ellipse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8928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机看：AI智能识别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31720"/>
            <a:ext cx="6400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  ▸  AI视觉识别高危区域人员违规行为</a:t>
            </a:r>
            <a:br/>
            <a:r>
              <a:t>  ▸  设备运行数据实时监测异常波动预警</a:t>
            </a:r>
            <a:br/>
            <a:r>
              <a:t>  ▸  环境传感器自动感知温度/烟雾/气体风险</a:t>
            </a:r>
            <a:br/>
            <a:r>
              <a:t>  ▸  视频智能巡检替代人工定时巡更</a:t>
            </a:r>
            <a:br/>
            <a:r>
              <a:t>  ▸  系统自动生成每日风险态势简报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69080"/>
            <a:ext cx="7132320" cy="2148840"/>
          </a:xfrm>
          <a:prstGeom prst="roundRect">
            <a:avLst/>
          </a:prstGeom>
          <a:solidFill>
            <a:srgbClr val="0F141E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80560" y="4251960"/>
            <a:ext cx="320040" cy="320040"/>
          </a:xfrm>
          <a:prstGeom prst="ellipse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2702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人看：标准化检查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09160"/>
            <a:ext cx="6400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  ▸  梳理高风险预警要点制定检查清单</a:t>
            </a:r>
            <a:br/>
            <a:r>
              <a:t>  ▸  固化日常检查管理手势与操作规范</a:t>
            </a:r>
            <a:br/>
            <a:r>
              <a:t>  ▸  移动端引导式检查防止遗漏项</a:t>
            </a:r>
            <a:br/>
            <a:r>
              <a:t>  ▸  检查结果一键上报自动汇总分析</a:t>
            </a:r>
            <a:br/>
            <a:r>
              <a:t>  ▸  经验库持续沉淀提升检查质量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11094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安防管理平台  ·  移动管理平台  ·  金库数字化管理  ·  AI智能辅助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