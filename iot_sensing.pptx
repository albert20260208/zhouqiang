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91695" cy="6350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12191695" cy="6350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12191695" cy="6350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7923" y="0"/>
            <a:ext cx="635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847" y="0"/>
            <a:ext cx="635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3771" y="0"/>
            <a:ext cx="635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57200"/>
            <a:ext cx="11094415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57200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智慧物联安全监测体系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94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物联感知 · 自动预警 · 数据赋能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01 / 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691640"/>
            <a:ext cx="3520440" cy="4663440"/>
          </a:xfrm>
          <a:prstGeom prst="roundRect">
            <a:avLst/>
          </a:prstGeom>
          <a:solidFill>
            <a:srgbClr val="0F14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1691640"/>
            <a:ext cx="3520440" cy="457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8" y="1920240"/>
            <a:ext cx="347472" cy="34747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物联感知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IoT Perception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441448"/>
            <a:ext cx="1371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65176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全域传感器联网部署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毫秒级实时数据采集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多维度状态智能监测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边缘计算前置化处理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全场景覆盖无死角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89120"/>
            <a:ext cx="3063240" cy="1691640"/>
          </a:xfrm>
          <a:prstGeom prst="roundRect">
            <a:avLst/>
          </a:prstGeom>
          <a:solidFill>
            <a:srgbClr val="0D1520"/>
          </a:solidFill>
          <a:ln w="635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核心指标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Microsoft YaHei"/>
              </a:defRPr>
            </a:pPr>
            <a:r>
              <a:t>99.99%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03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传感器在线率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&lt;10ms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623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数据采集延迟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1691640"/>
            <a:ext cx="3520440" cy="4663440"/>
          </a:xfrm>
          <a:prstGeom prst="roundRect">
            <a:avLst/>
          </a:prstGeom>
          <a:solidFill>
            <a:srgbClr val="0F14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43400" y="1691640"/>
            <a:ext cx="3520440" cy="457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44568" y="1920240"/>
            <a:ext cx="347472" cy="34747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自动预警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Auto Alert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2441448"/>
            <a:ext cx="137160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265176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AI智能研判异常事件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多级预警分级精准推送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规则引擎+ML双模驱动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声光联动秒级响应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自动派单闭环处置流程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4389120"/>
            <a:ext cx="3063240" cy="1691640"/>
          </a:xfrm>
          <a:prstGeom prst="roundRect">
            <a:avLst/>
          </a:prstGeom>
          <a:solidFill>
            <a:srgbClr val="0D1520"/>
          </a:solidFill>
          <a:ln w="635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核心指标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846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8C00"/>
                </a:solidFill>
                <a:latin typeface="Microsoft YaHei"/>
              </a:defRPr>
            </a:pPr>
            <a:r>
              <a:t>&lt;1s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5303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预警响应时间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577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95%+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623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AI预警准确率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79" y="1691640"/>
            <a:ext cx="3520440" cy="4663440"/>
          </a:xfrm>
          <a:prstGeom prst="roundRect">
            <a:avLst/>
          </a:prstGeom>
          <a:solidFill>
            <a:srgbClr val="0F14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83879" y="1691640"/>
            <a:ext cx="3520440" cy="45720"/>
          </a:xfrm>
          <a:prstGeom prst="roundRect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85047" y="1920240"/>
            <a:ext cx="347472" cy="347472"/>
          </a:xfrm>
          <a:prstGeom prst="ellipse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79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数据赋能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19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Data Empowerment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58199" y="2441448"/>
            <a:ext cx="1371600" cy="25400"/>
          </a:xfrm>
          <a:prstGeom prst="rect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199" y="265176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大数据分析挖掘风险规律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可视化驾驶舱全局态势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数据驱动辅助管理决策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历史追溯与趋势预测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Microsoft YaHei"/>
              </a:defRPr>
            </a:pPr>
            <a:r>
              <a:t>▸ 多维报表自动生成推送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79" y="4389120"/>
            <a:ext cx="3063240" cy="1691640"/>
          </a:xfrm>
          <a:prstGeom prst="roundRect">
            <a:avLst/>
          </a:prstGeom>
          <a:solidFill>
            <a:srgbClr val="0D1520"/>
          </a:solidFill>
          <a:ln w="635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59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核心指标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59" y="4846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CF8E"/>
                </a:solidFill>
                <a:latin typeface="Microsoft YaHei"/>
              </a:defRPr>
            </a:pPr>
            <a:r>
              <a:t>1000+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59" y="5303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数据接入点位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59" y="5577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F8E"/>
                </a:solidFill>
                <a:latin typeface="Microsoft YaHei"/>
              </a:defRPr>
            </a:pPr>
            <a:r>
              <a:t>7×24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399" y="5623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全天候智能守护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全域感知 · 智能联动 · 实时响应 · 闭环处置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