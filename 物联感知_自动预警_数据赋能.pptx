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物联感知 · 自动预警 · 数据赋能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88AA"/>
                </a:solidFill>
              </a:defRPr>
            </a:pPr>
            <a:r>
              <a:t>全域感知  ·  智能联动  ·  实时响应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572000"/>
            <a:ext cx="3962095" cy="36576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46688"/>
                </a:solidFill>
              </a:defRPr>
            </a:pPr>
            <a:r>
              <a:t>IoT Perception  ·  Auto Alert  ·  Data Empowerment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